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4"/>
  </p:notesMasterIdLst>
  <p:handoutMasterIdLst>
    <p:handoutMasterId r:id="rId15"/>
  </p:handoutMasterIdLst>
  <p:sldIdLst>
    <p:sldId id="2147479510" r:id="rId6"/>
    <p:sldId id="2147478866" r:id="rId7"/>
    <p:sldId id="2147478862" r:id="rId8"/>
    <p:sldId id="2147478861" r:id="rId9"/>
    <p:sldId id="2147478864" r:id="rId10"/>
    <p:sldId id="2147478840" r:id="rId11"/>
    <p:sldId id="2147479513" r:id="rId12"/>
    <p:sldId id="21474795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F47B0-6D3A-47B7-B973-60B50A6D1901}" v="2" dt="2026-04-30T09:15:23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40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jani, Shilpa (Cognizant)" userId="62aaff1f-caee-40e5-96dc-190d037703a8" providerId="ADAL" clId="{430B2AE5-3B0C-4108-BD7A-4936B4CC4D4B}"/>
    <pc:docChg chg="undo custSel addSld delSld modSld">
      <pc:chgData name="Mahajani, Shilpa (Cognizant)" userId="62aaff1f-caee-40e5-96dc-190d037703a8" providerId="ADAL" clId="{430B2AE5-3B0C-4108-BD7A-4936B4CC4D4B}" dt="2026-04-30T09:31:21.380" v="350" actId="6549"/>
      <pc:docMkLst>
        <pc:docMk/>
      </pc:docMkLst>
      <pc:sldChg chg="addSp modSp mod">
        <pc:chgData name="Mahajani, Shilpa (Cognizant)" userId="62aaff1f-caee-40e5-96dc-190d037703a8" providerId="ADAL" clId="{430B2AE5-3B0C-4108-BD7A-4936B4CC4D4B}" dt="2026-04-30T09:17:54.656" v="273" actId="20577"/>
        <pc:sldMkLst>
          <pc:docMk/>
          <pc:sldMk cId="1692409699" sldId="2147478840"/>
        </pc:sldMkLst>
        <pc:spChg chg="mod">
          <ac:chgData name="Mahajani, Shilpa (Cognizant)" userId="62aaff1f-caee-40e5-96dc-190d037703a8" providerId="ADAL" clId="{430B2AE5-3B0C-4108-BD7A-4936B4CC4D4B}" dt="2026-04-30T09:15:11.964" v="62" actId="20577"/>
          <ac:spMkLst>
            <pc:docMk/>
            <pc:sldMk cId="1692409699" sldId="2147478840"/>
            <ac:spMk id="2" creationId="{9AEF96AF-1BDE-CA50-83C7-1B179E095FE4}"/>
          </ac:spMkLst>
        </pc:spChg>
        <pc:spChg chg="add mod">
          <ac:chgData name="Mahajani, Shilpa (Cognizant)" userId="62aaff1f-caee-40e5-96dc-190d037703a8" providerId="ADAL" clId="{430B2AE5-3B0C-4108-BD7A-4936B4CC4D4B}" dt="2026-04-30T09:17:54.656" v="273" actId="20577"/>
          <ac:spMkLst>
            <pc:docMk/>
            <pc:sldMk cId="1692409699" sldId="2147478840"/>
            <ac:spMk id="5" creationId="{E5BFA9A4-82DF-CA0C-6363-02CC5EABC328}"/>
          </ac:spMkLst>
        </pc:spChg>
      </pc:sldChg>
      <pc:sldChg chg="modSp mod">
        <pc:chgData name="Mahajani, Shilpa (Cognizant)" userId="62aaff1f-caee-40e5-96dc-190d037703a8" providerId="ADAL" clId="{430B2AE5-3B0C-4108-BD7A-4936B4CC4D4B}" dt="2026-04-30T09:19:18.600" v="334" actId="5793"/>
        <pc:sldMkLst>
          <pc:docMk/>
          <pc:sldMk cId="1621771122" sldId="2147478868"/>
        </pc:sldMkLst>
        <pc:spChg chg="mod">
          <ac:chgData name="Mahajani, Shilpa (Cognizant)" userId="62aaff1f-caee-40e5-96dc-190d037703a8" providerId="ADAL" clId="{430B2AE5-3B0C-4108-BD7A-4936B4CC4D4B}" dt="2026-04-30T09:19:18.600" v="334" actId="5793"/>
          <ac:spMkLst>
            <pc:docMk/>
            <pc:sldMk cId="1621771122" sldId="2147478868"/>
            <ac:spMk id="3" creationId="{B9D3E6B1-B08F-36CE-AA34-D14644CDA9DB}"/>
          </ac:spMkLst>
        </pc:spChg>
        <pc:graphicFrameChg chg="modGraphic">
          <ac:chgData name="Mahajani, Shilpa (Cognizant)" userId="62aaff1f-caee-40e5-96dc-190d037703a8" providerId="ADAL" clId="{430B2AE5-3B0C-4108-BD7A-4936B4CC4D4B}" dt="2026-04-30T03:23:24.296" v="1" actId="6549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mod">
        <pc:chgData name="Mahajani, Shilpa (Cognizant)" userId="62aaff1f-caee-40e5-96dc-190d037703a8" providerId="ADAL" clId="{430B2AE5-3B0C-4108-BD7A-4936B4CC4D4B}" dt="2026-04-30T09:31:21.380" v="350" actId="6549"/>
        <pc:sldMkLst>
          <pc:docMk/>
          <pc:sldMk cId="4049997883" sldId="2147479510"/>
        </pc:sldMkLst>
        <pc:spChg chg="mod">
          <ac:chgData name="Mahajani, Shilpa (Cognizant)" userId="62aaff1f-caee-40e5-96dc-190d037703a8" providerId="ADAL" clId="{430B2AE5-3B0C-4108-BD7A-4936B4CC4D4B}" dt="2026-04-30T09:31:21.380" v="350" actId="6549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hajani, Shilpa (Cognizant)" userId="62aaff1f-caee-40e5-96dc-190d037703a8" providerId="ADAL" clId="{430B2AE5-3B0C-4108-BD7A-4936B4CC4D4B}" dt="2026-04-30T09:12:19.500" v="22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Chg chg="add del">
        <pc:chgData name="Mahajani, Shilpa (Cognizant)" userId="62aaff1f-caee-40e5-96dc-190d037703a8" providerId="ADAL" clId="{430B2AE5-3B0C-4108-BD7A-4936B4CC4D4B}" dt="2026-04-30T09:14:31.433" v="25" actId="47"/>
        <pc:sldMkLst>
          <pc:docMk/>
          <pc:sldMk cId="2217424851" sldId="2147479511"/>
        </pc:sldMkLst>
      </pc:sldChg>
      <pc:sldChg chg="add">
        <pc:chgData name="Mahajani, Shilpa (Cognizant)" userId="62aaff1f-caee-40e5-96dc-190d037703a8" providerId="ADAL" clId="{430B2AE5-3B0C-4108-BD7A-4936B4CC4D4B}" dt="2026-04-30T09:14:27.875" v="24" actId="2890"/>
        <pc:sldMkLst>
          <pc:docMk/>
          <pc:sldMk cId="414849008" sldId="2147479512"/>
        </pc:sldMkLst>
      </pc:sldChg>
    </pc:docChg>
  </pc:docChgLst>
  <pc:docChgLst>
    <pc:chgData name="Manne, Divya (Cognizant)" userId="60e18ec0-6c07-4a7f-a379-fd70960fca06" providerId="ADAL" clId="{6A5B17D5-BAE1-4AD9-A33B-721F75746DF0}"/>
    <pc:docChg chg="undo custSel addSld delSld modSld sldOrd modMainMaster">
      <pc:chgData name="Manne, Divya (Cognizant)" userId="60e18ec0-6c07-4a7f-a379-fd70960fca06" providerId="ADAL" clId="{6A5B17D5-BAE1-4AD9-A33B-721F75746DF0}" dt="2026-04-28T13:43:00.504" v="820" actId="20577"/>
      <pc:docMkLst>
        <pc:docMk/>
      </pc:docMkLst>
      <pc:sldChg chg="modSp mod">
        <pc:chgData name="Manne, Divya (Cognizant)" userId="60e18ec0-6c07-4a7f-a379-fd70960fca06" providerId="ADAL" clId="{6A5B17D5-BAE1-4AD9-A33B-721F75746DF0}" dt="2026-04-28T13:33:03.574" v="769" actId="20577"/>
        <pc:sldMkLst>
          <pc:docMk/>
          <pc:sldMk cId="1692409699" sldId="2147478840"/>
        </pc:sldMkLst>
        <pc:spChg chg="mod">
          <ac:chgData name="Manne, Divya (Cognizant)" userId="60e18ec0-6c07-4a7f-a379-fd70960fca06" providerId="ADAL" clId="{6A5B17D5-BAE1-4AD9-A33B-721F75746DF0}" dt="2026-04-28T13:33:03.574" v="769" actId="20577"/>
          <ac:spMkLst>
            <pc:docMk/>
            <pc:sldMk cId="1692409699" sldId="2147478840"/>
            <ac:spMk id="3" creationId="{16E02A26-20BE-A868-1EF4-0D5B5AD7DAE4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2:55.418" v="818" actId="6549"/>
        <pc:sldMkLst>
          <pc:docMk/>
          <pc:sldMk cId="509997513" sldId="2147478861"/>
        </pc:sldMkLst>
        <pc:spChg chg="mod">
          <ac:chgData name="Manne, Divya (Cognizant)" userId="60e18ec0-6c07-4a7f-a379-fd70960fca06" providerId="ADAL" clId="{6A5B17D5-BAE1-4AD9-A33B-721F75746DF0}" dt="2026-04-28T13:42:55.418" v="818" actId="6549"/>
          <ac:spMkLst>
            <pc:docMk/>
            <pc:sldMk cId="509997513" sldId="2147478861"/>
            <ac:spMk id="4" creationId="{B4F5D635-C241-439F-EEBB-4A22AD40DB38}"/>
          </ac:spMkLst>
        </pc:spChg>
        <pc:spChg chg="mod">
          <ac:chgData name="Manne, Divya (Cognizant)" userId="60e18ec0-6c07-4a7f-a379-fd70960fca06" providerId="ADAL" clId="{6A5B17D5-BAE1-4AD9-A33B-721F75746DF0}" dt="2026-04-28T13:12:46.915" v="350" actId="20577"/>
          <ac:spMkLst>
            <pc:docMk/>
            <pc:sldMk cId="509997513" sldId="2147478861"/>
            <ac:spMk id="5" creationId="{4467C894-31FD-77B9-DD8C-EDB961BCFBDC}"/>
          </ac:spMkLst>
        </pc:spChg>
        <pc:spChg chg="mod">
          <ac:chgData name="Manne, Divya (Cognizant)" userId="60e18ec0-6c07-4a7f-a379-fd70960fca06" providerId="ADAL" clId="{6A5B17D5-BAE1-4AD9-A33B-721F75746DF0}" dt="2026-04-28T13:25:26.333" v="691" actId="20577"/>
          <ac:spMkLst>
            <pc:docMk/>
            <pc:sldMk cId="509997513" sldId="2147478861"/>
            <ac:spMk id="6" creationId="{EA4A1186-2DC0-71F3-F90D-A7CEECC535A5}"/>
          </ac:spMkLst>
        </pc:spChg>
      </pc:sldChg>
      <pc:sldChg chg="modSp mod ord">
        <pc:chgData name="Manne, Divya (Cognizant)" userId="60e18ec0-6c07-4a7f-a379-fd70960fca06" providerId="ADAL" clId="{6A5B17D5-BAE1-4AD9-A33B-721F75746DF0}" dt="2026-04-28T13:42:51.059" v="817" actId="20577"/>
        <pc:sldMkLst>
          <pc:docMk/>
          <pc:sldMk cId="1810024183" sldId="2147478862"/>
        </pc:sldMkLst>
        <pc:spChg chg="mod">
          <ac:chgData name="Manne, Divya (Cognizant)" userId="60e18ec0-6c07-4a7f-a379-fd70960fca06" providerId="ADAL" clId="{6A5B17D5-BAE1-4AD9-A33B-721F75746DF0}" dt="2026-04-28T13:42:51.059" v="817" actId="20577"/>
          <ac:spMkLst>
            <pc:docMk/>
            <pc:sldMk cId="1810024183" sldId="2147478862"/>
            <ac:spMk id="4" creationId="{59F17DB3-EA65-1A10-EB44-623354548EE5}"/>
          </ac:spMkLst>
        </pc:spChg>
        <pc:spChg chg="mod">
          <ac:chgData name="Manne, Divya (Cognizant)" userId="60e18ec0-6c07-4a7f-a379-fd70960fca06" providerId="ADAL" clId="{6A5B17D5-BAE1-4AD9-A33B-721F75746DF0}" dt="2026-04-28T13:37:11.071" v="791" actId="14100"/>
          <ac:spMkLst>
            <pc:docMk/>
            <pc:sldMk cId="1810024183" sldId="2147478862"/>
            <ac:spMk id="5" creationId="{525EBED6-B2DB-B91B-284D-B232A7F40575}"/>
          </ac:spMkLst>
        </pc:spChg>
        <pc:spChg chg="mod">
          <ac:chgData name="Manne, Divya (Cognizant)" userId="60e18ec0-6c07-4a7f-a379-fd70960fca06" providerId="ADAL" clId="{6A5B17D5-BAE1-4AD9-A33B-721F75746DF0}" dt="2026-04-28T13:36:44.391" v="789" actId="1035"/>
          <ac:spMkLst>
            <pc:docMk/>
            <pc:sldMk cId="1810024183" sldId="2147478862"/>
            <ac:spMk id="6" creationId="{F293E2CD-A5B9-36EA-2CDA-4A9098BC00B6}"/>
          </ac:spMkLst>
        </pc:spChg>
        <pc:spChg chg="mod">
          <ac:chgData name="Manne, Divya (Cognizant)" userId="60e18ec0-6c07-4a7f-a379-fd70960fca06" providerId="ADAL" clId="{6A5B17D5-BAE1-4AD9-A33B-721F75746DF0}" dt="2026-04-28T13:26:48.338" v="701" actId="20577"/>
          <ac:spMkLst>
            <pc:docMk/>
            <pc:sldMk cId="1810024183" sldId="2147478862"/>
            <ac:spMk id="9" creationId="{65185B65-BFBE-8996-BFCB-A93D2E21224C}"/>
          </ac:spMkLst>
        </pc:spChg>
        <pc:spChg chg="mod">
          <ac:chgData name="Manne, Divya (Cognizant)" userId="60e18ec0-6c07-4a7f-a379-fd70960fca06" providerId="ADAL" clId="{6A5B17D5-BAE1-4AD9-A33B-721F75746DF0}" dt="2026-04-28T13:36:06.967" v="787" actId="1038"/>
          <ac:spMkLst>
            <pc:docMk/>
            <pc:sldMk cId="1810024183" sldId="2147478862"/>
            <ac:spMk id="11" creationId="{EA194955-6208-156E-96F5-58AEA47DF8BA}"/>
          </ac:spMkLst>
        </pc:spChg>
      </pc:sldChg>
      <pc:sldChg chg="modSp mod">
        <pc:chgData name="Manne, Divya (Cognizant)" userId="60e18ec0-6c07-4a7f-a379-fd70960fca06" providerId="ADAL" clId="{6A5B17D5-BAE1-4AD9-A33B-721F75746DF0}" dt="2026-04-28T13:43:00.504" v="820" actId="20577"/>
        <pc:sldMkLst>
          <pc:docMk/>
          <pc:sldMk cId="442285154" sldId="2147478864"/>
        </pc:sldMkLst>
        <pc:spChg chg="mod">
          <ac:chgData name="Manne, Divya (Cognizant)" userId="60e18ec0-6c07-4a7f-a379-fd70960fca06" providerId="ADAL" clId="{6A5B17D5-BAE1-4AD9-A33B-721F75746DF0}" dt="2026-04-28T13:43:00.504" v="820" actId="20577"/>
          <ac:spMkLst>
            <pc:docMk/>
            <pc:sldMk cId="442285154" sldId="2147478864"/>
            <ac:spMk id="4" creationId="{F3159DA6-B2BF-8792-AD1F-23DAFC8914D2}"/>
          </ac:spMkLst>
        </pc:spChg>
        <pc:spChg chg="mod">
          <ac:chgData name="Manne, Divya (Cognizant)" userId="60e18ec0-6c07-4a7f-a379-fd70960fca06" providerId="ADAL" clId="{6A5B17D5-BAE1-4AD9-A33B-721F75746DF0}" dt="2026-04-28T13:26:56.521" v="705" actId="20577"/>
          <ac:spMkLst>
            <pc:docMk/>
            <pc:sldMk cId="442285154" sldId="2147478864"/>
            <ac:spMk id="5" creationId="{4714BA1E-65C7-7C9C-3F08-0D0484356266}"/>
          </ac:spMkLst>
        </pc:spChg>
        <pc:spChg chg="mod">
          <ac:chgData name="Manne, Divya (Cognizant)" userId="60e18ec0-6c07-4a7f-a379-fd70960fca06" providerId="ADAL" clId="{6A5B17D5-BAE1-4AD9-A33B-721F75746DF0}" dt="2026-04-28T13:21:37.071" v="562" actId="6549"/>
          <ac:spMkLst>
            <pc:docMk/>
            <pc:sldMk cId="442285154" sldId="2147478864"/>
            <ac:spMk id="6" creationId="{36AB9FD5-0256-0FA8-A120-BB544705251D}"/>
          </ac:spMkLst>
        </pc:spChg>
        <pc:spChg chg="mod">
          <ac:chgData name="Manne, Divya (Cognizant)" userId="60e18ec0-6c07-4a7f-a379-fd70960fca06" providerId="ADAL" clId="{6A5B17D5-BAE1-4AD9-A33B-721F75746DF0}" dt="2026-04-28T13:21:46.176" v="575" actId="20577"/>
          <ac:spMkLst>
            <pc:docMk/>
            <pc:sldMk cId="442285154" sldId="2147478864"/>
            <ac:spMk id="9" creationId="{5CF91496-85DD-D02F-082E-D49F7DFA647E}"/>
          </ac:spMkLst>
        </pc:spChg>
        <pc:spChg chg="mod">
          <ac:chgData name="Manne, Divya (Cognizant)" userId="60e18ec0-6c07-4a7f-a379-fd70960fca06" providerId="ADAL" clId="{6A5B17D5-BAE1-4AD9-A33B-721F75746DF0}" dt="2026-04-28T13:22:34.661" v="639" actId="20577"/>
          <ac:spMkLst>
            <pc:docMk/>
            <pc:sldMk cId="442285154" sldId="2147478864"/>
            <ac:spMk id="11" creationId="{FA7FA394-9C18-5BA5-A7E4-5BC0E1FA68C8}"/>
          </ac:spMkLst>
        </pc:spChg>
      </pc:sldChg>
      <pc:sldChg chg="delSp modSp mod">
        <pc:chgData name="Manne, Divya (Cognizant)" userId="60e18ec0-6c07-4a7f-a379-fd70960fca06" providerId="ADAL" clId="{6A5B17D5-BAE1-4AD9-A33B-721F75746DF0}" dt="2026-04-28T13:42:45.599" v="815" actId="6549"/>
        <pc:sldMkLst>
          <pc:docMk/>
          <pc:sldMk cId="1988725249" sldId="2147478866"/>
        </pc:sldMkLst>
        <pc:spChg chg="mod">
          <ac:chgData name="Manne, Divya (Cognizant)" userId="60e18ec0-6c07-4a7f-a379-fd70960fca06" providerId="ADAL" clId="{6A5B17D5-BAE1-4AD9-A33B-721F75746DF0}" dt="2026-04-28T13:42:45.599" v="815" actId="6549"/>
          <ac:spMkLst>
            <pc:docMk/>
            <pc:sldMk cId="1988725249" sldId="2147478866"/>
            <ac:spMk id="4" creationId="{7B6DD68C-8495-5A60-1BE1-C5F37EFBDA36}"/>
          </ac:spMkLst>
        </pc:spChg>
        <pc:spChg chg="mod">
          <ac:chgData name="Manne, Divya (Cognizant)" userId="60e18ec0-6c07-4a7f-a379-fd70960fca06" providerId="ADAL" clId="{6A5B17D5-BAE1-4AD9-A33B-721F75746DF0}" dt="2026-04-28T13:10:15.626" v="211" actId="20577"/>
          <ac:spMkLst>
            <pc:docMk/>
            <pc:sldMk cId="1988725249" sldId="2147478866"/>
            <ac:spMk id="5" creationId="{1144D771-232B-BF8B-99CB-FE62206D01F0}"/>
          </ac:spMkLst>
        </pc:spChg>
        <pc:spChg chg="mod">
          <ac:chgData name="Manne, Divya (Cognizant)" userId="60e18ec0-6c07-4a7f-a379-fd70960fca06" providerId="ADAL" clId="{6A5B17D5-BAE1-4AD9-A33B-721F75746DF0}" dt="2026-04-28T13:11:51.961" v="294" actId="20577"/>
          <ac:spMkLst>
            <pc:docMk/>
            <pc:sldMk cId="1988725249" sldId="2147478866"/>
            <ac:spMk id="6" creationId="{84C65C9D-AA15-5E74-6D9B-F3AD0A55B29C}"/>
          </ac:spMkLst>
        </pc:spChg>
        <pc:spChg chg="mod">
          <ac:chgData name="Manne, Divya (Cognizant)" userId="60e18ec0-6c07-4a7f-a379-fd70960fca06" providerId="ADAL" clId="{6A5B17D5-BAE1-4AD9-A33B-721F75746DF0}" dt="2026-04-28T13:12:07.741" v="314" actId="20577"/>
          <ac:spMkLst>
            <pc:docMk/>
            <pc:sldMk cId="1988725249" sldId="2147478866"/>
            <ac:spMk id="9" creationId="{EDC63FB0-4F2F-5940-C47A-29942B42D70B}"/>
          </ac:spMkLst>
        </pc:spChg>
        <pc:spChg chg="mod">
          <ac:chgData name="Manne, Divya (Cognizant)" userId="60e18ec0-6c07-4a7f-a379-fd70960fca06" providerId="ADAL" clId="{6A5B17D5-BAE1-4AD9-A33B-721F75746DF0}" dt="2026-04-28T13:32:20.501" v="765" actId="6549"/>
          <ac:spMkLst>
            <pc:docMk/>
            <pc:sldMk cId="1988725249" sldId="2147478866"/>
            <ac:spMk id="11" creationId="{F1CEA55F-2FE1-D4B5-990B-70972475C51F}"/>
          </ac:spMkLst>
        </pc:spChg>
      </pc:sldChg>
      <pc:sldChg chg="addSp delSp modSp mod ord">
        <pc:chgData name="Manne, Divya (Cognizant)" userId="60e18ec0-6c07-4a7f-a379-fd70960fca06" providerId="ADAL" clId="{6A5B17D5-BAE1-4AD9-A33B-721F75746DF0}" dt="2026-04-28T13:31:18.971" v="749" actId="20577"/>
        <pc:sldMkLst>
          <pc:docMk/>
          <pc:sldMk cId="1621771122" sldId="2147478868"/>
        </pc:sldMkLst>
        <pc:spChg chg="mod">
          <ac:chgData name="Manne, Divya (Cognizant)" userId="60e18ec0-6c07-4a7f-a379-fd70960fca06" providerId="ADAL" clId="{6A5B17D5-BAE1-4AD9-A33B-721F75746DF0}" dt="2026-04-28T13:27:13.828" v="717" actId="20577"/>
          <ac:spMkLst>
            <pc:docMk/>
            <pc:sldMk cId="1621771122" sldId="2147478868"/>
            <ac:spMk id="3" creationId="{B9D3E6B1-B08F-36CE-AA34-D14644CDA9DB}"/>
          </ac:spMkLst>
        </pc:spChg>
        <pc:spChg chg="mod">
          <ac:chgData name="Manne, Divya (Cognizant)" userId="60e18ec0-6c07-4a7f-a379-fd70960fca06" providerId="ADAL" clId="{6A5B17D5-BAE1-4AD9-A33B-721F75746DF0}" dt="2026-04-28T13:31:18.971" v="749" actId="20577"/>
          <ac:spMkLst>
            <pc:docMk/>
            <pc:sldMk cId="1621771122" sldId="2147478868"/>
            <ac:spMk id="4" creationId="{E54BC9E1-D819-BF58-D372-E1E469B82831}"/>
          </ac:spMkLst>
        </pc:spChg>
        <pc:graphicFrameChg chg="add mod modGraphic">
          <ac:chgData name="Manne, Divya (Cognizant)" userId="60e18ec0-6c07-4a7f-a379-fd70960fca06" providerId="ADAL" clId="{6A5B17D5-BAE1-4AD9-A33B-721F75746DF0}" dt="2026-04-28T13:31:10.231" v="747" actId="113"/>
          <ac:graphicFrameMkLst>
            <pc:docMk/>
            <pc:sldMk cId="1621771122" sldId="2147478868"/>
            <ac:graphicFrameMk id="2" creationId="{CABFBCDB-6D14-DFB5-9953-30A1A07148A6}"/>
          </ac:graphicFrameMkLst>
        </pc:graphicFrameChg>
      </pc:sldChg>
      <pc:sldChg chg="modSp add mod">
        <pc:chgData name="Manne, Divya (Cognizant)" userId="60e18ec0-6c07-4a7f-a379-fd70960fca06" providerId="ADAL" clId="{6A5B17D5-BAE1-4AD9-A33B-721F75746DF0}" dt="2026-04-28T12:39:09.500" v="188" actId="255"/>
        <pc:sldMkLst>
          <pc:docMk/>
          <pc:sldMk cId="4049997883" sldId="2147479510"/>
        </pc:sldMkLst>
        <pc:spChg chg="mod">
          <ac:chgData name="Manne, Divya (Cognizant)" userId="60e18ec0-6c07-4a7f-a379-fd70960fca06" providerId="ADAL" clId="{6A5B17D5-BAE1-4AD9-A33B-721F75746DF0}" dt="2026-04-28T12:39:09.500" v="188" actId="255"/>
          <ac:spMkLst>
            <pc:docMk/>
            <pc:sldMk cId="4049997883" sldId="2147479510"/>
            <ac:spMk id="2" creationId="{8FCC2E60-57B6-1161-2BEC-AEB5B3562B80}"/>
          </ac:spMkLst>
        </pc:spChg>
        <pc:spChg chg="mod">
          <ac:chgData name="Manne, Divya (Cognizant)" userId="60e18ec0-6c07-4a7f-a379-fd70960fca06" providerId="ADAL" clId="{6A5B17D5-BAE1-4AD9-A33B-721F75746DF0}" dt="2026-04-28T12:38:29.525" v="158" actId="20577"/>
          <ac:spMkLst>
            <pc:docMk/>
            <pc:sldMk cId="4049997883" sldId="2147479510"/>
            <ac:spMk id="3" creationId="{C05D5327-9268-AC36-16BC-D3D4B4F25D4B}"/>
          </ac:spMkLst>
        </pc:spChg>
      </pc:sldChg>
      <pc:sldMasterChg chg="modSldLayout">
        <pc:chgData name="Manne, Divya (Cognizant)" userId="60e18ec0-6c07-4a7f-a379-fd70960fca06" providerId="ADAL" clId="{6A5B17D5-BAE1-4AD9-A33B-721F75746DF0}" dt="2026-04-28T13:41:46.007" v="795" actId="20577"/>
        <pc:sldMasterMkLst>
          <pc:docMk/>
          <pc:sldMasterMk cId="1189719779" sldId="2147483821"/>
        </pc:sldMasterMkLst>
        <pc:sldLayoutChg chg="modSp mod">
          <pc:chgData name="Manne, Divya (Cognizant)" userId="60e18ec0-6c07-4a7f-a379-fd70960fca06" providerId="ADAL" clId="{6A5B17D5-BAE1-4AD9-A33B-721F75746DF0}" dt="2026-04-28T13:41:37.699" v="793" actId="20577"/>
          <pc:sldLayoutMkLst>
            <pc:docMk/>
            <pc:sldMasterMk cId="1189719779" sldId="2147483821"/>
            <pc:sldLayoutMk cId="206534595" sldId="2147483796"/>
          </pc:sldLayoutMkLst>
          <pc:spChg chg="mod">
            <ac:chgData name="Manne, Divya (Cognizant)" userId="60e18ec0-6c07-4a7f-a379-fd70960fca06" providerId="ADAL" clId="{6A5B17D5-BAE1-4AD9-A33B-721F75746DF0}" dt="2026-04-28T13:41:37.699" v="793" actId="20577"/>
            <ac:spMkLst>
              <pc:docMk/>
              <pc:sldMasterMk cId="1189719779" sldId="2147483821"/>
              <pc:sldLayoutMk cId="206534595" sldId="2147483796"/>
              <ac:spMk id="3" creationId="{4703109E-6BFC-1742-809E-63EC7ED700EA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1:46.007" v="795" actId="20577"/>
          <pc:sldLayoutMkLst>
            <pc:docMk/>
            <pc:sldMasterMk cId="1189719779" sldId="2147483821"/>
            <pc:sldLayoutMk cId="1725878177" sldId="2147483797"/>
          </pc:sldLayoutMkLst>
          <pc:spChg chg="mod">
            <ac:chgData name="Manne, Divya (Cognizant)" userId="60e18ec0-6c07-4a7f-a379-fd70960fca06" providerId="ADAL" clId="{6A5B17D5-BAE1-4AD9-A33B-721F75746DF0}" dt="2026-04-28T13:41:46.007" v="795" actId="20577"/>
            <ac:spMkLst>
              <pc:docMk/>
              <pc:sldMasterMk cId="1189719779" sldId="2147483821"/>
              <pc:sldLayoutMk cId="1725878177" sldId="2147483797"/>
              <ac:spMk id="3" creationId="{4703109E-6BFC-1742-809E-63EC7ED700EA}"/>
            </ac:spMkLst>
          </pc:spChg>
        </pc:sldLayoutChg>
      </pc:sldMasterChg>
      <pc:sldMasterChg chg="modSp mod modSldLayout">
        <pc:chgData name="Manne, Divya (Cognizant)" userId="60e18ec0-6c07-4a7f-a379-fd70960fca06" providerId="ADAL" clId="{6A5B17D5-BAE1-4AD9-A33B-721F75746DF0}" dt="2026-04-28T13:42:34.755" v="814" actId="20577"/>
        <pc:sldMasterMkLst>
          <pc:docMk/>
          <pc:sldMasterMk cId="3373953295" sldId="2147483941"/>
        </pc:sldMasterMkLst>
        <pc:spChg chg="mod">
          <ac:chgData name="Manne, Divya (Cognizant)" userId="60e18ec0-6c07-4a7f-a379-fd70960fca06" providerId="ADAL" clId="{6A5B17D5-BAE1-4AD9-A33B-721F75746DF0}" dt="2026-04-28T13:42:34.755" v="814" actId="20577"/>
          <ac:spMkLst>
            <pc:docMk/>
            <pc:sldMasterMk cId="3373953295" sldId="2147483941"/>
            <ac:spMk id="5" creationId="{C0715BBF-C237-4C9F-A0A0-755261F5952F}"/>
          </ac:spMkLst>
        </pc:spChg>
        <pc:sldLayoutChg chg="modSp mod">
          <pc:chgData name="Manne, Divya (Cognizant)" userId="60e18ec0-6c07-4a7f-a379-fd70960fca06" providerId="ADAL" clId="{6A5B17D5-BAE1-4AD9-A33B-721F75746DF0}" dt="2026-04-28T13:42:17.016" v="809" actId="20577"/>
          <pc:sldLayoutMkLst>
            <pc:docMk/>
            <pc:sldMasterMk cId="3373953295" sldId="2147483941"/>
            <pc:sldLayoutMk cId="105516146" sldId="2147483943"/>
          </pc:sldLayoutMkLst>
          <pc:spChg chg="mod">
            <ac:chgData name="Manne, Divya (Cognizant)" userId="60e18ec0-6c07-4a7f-a379-fd70960fca06" providerId="ADAL" clId="{6A5B17D5-BAE1-4AD9-A33B-721F75746DF0}" dt="2026-04-28T13:42:17.016" v="809" actId="20577"/>
            <ac:spMkLst>
              <pc:docMk/>
              <pc:sldMasterMk cId="3373953295" sldId="2147483941"/>
              <pc:sldLayoutMk cId="105516146" sldId="2147483943"/>
              <ac:spMk id="11" creationId="{DF00D856-F97D-6D4D-B68C-59A8B3CA076C}"/>
            </ac:spMkLst>
          </pc:spChg>
        </pc:sldLayoutChg>
        <pc:sldLayoutChg chg="modSp mod">
          <pc:chgData name="Manne, Divya (Cognizant)" userId="60e18ec0-6c07-4a7f-a379-fd70960fca06" providerId="ADAL" clId="{6A5B17D5-BAE1-4AD9-A33B-721F75746DF0}" dt="2026-04-28T13:42:08.497" v="806" actId="6549"/>
          <pc:sldLayoutMkLst>
            <pc:docMk/>
            <pc:sldMasterMk cId="3373953295" sldId="2147483941"/>
            <pc:sldLayoutMk cId="3774627062" sldId="2147483945"/>
          </pc:sldLayoutMkLst>
          <pc:spChg chg="mod">
            <ac:chgData name="Manne, Divya (Cognizant)" userId="60e18ec0-6c07-4a7f-a379-fd70960fca06" providerId="ADAL" clId="{6A5B17D5-BAE1-4AD9-A33B-721F75746DF0}" dt="2026-04-28T13:42:08.497" v="806" actId="6549"/>
            <ac:spMkLst>
              <pc:docMk/>
              <pc:sldMasterMk cId="3373953295" sldId="2147483941"/>
              <pc:sldLayoutMk cId="3774627062" sldId="2147483945"/>
              <ac:spMk id="11" creationId="{DF00D856-F97D-6D4D-B68C-59A8B3CA076C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trustlend-hackathon-demo.s3-website-us-east-1.amazonaws.com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8659" y="3930889"/>
            <a:ext cx="8849360" cy="2697876"/>
          </a:xfrm>
        </p:spPr>
        <p:txBody>
          <a:bodyPr/>
          <a:lstStyle/>
          <a:p>
            <a:r>
              <a:rPr lang="en-US" sz="1800" dirty="0">
                <a:solidFill>
                  <a:srgbClr val="26EFE9"/>
                </a:solidFill>
              </a:rPr>
              <a:t>Idea Title : </a:t>
            </a:r>
            <a:r>
              <a:rPr lang="en-US" sz="1800" dirty="0" err="1" smtClean="0">
                <a:solidFill>
                  <a:srgbClr val="26EFE9"/>
                </a:solidFill>
              </a:rPr>
              <a:t>TrustLend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Captain Name : </a:t>
            </a:r>
            <a:r>
              <a:rPr lang="en-US" sz="1800" dirty="0" err="1" smtClean="0">
                <a:solidFill>
                  <a:srgbClr val="26EFE9"/>
                </a:solidFill>
              </a:rPr>
              <a:t>Anushka</a:t>
            </a:r>
            <a:r>
              <a:rPr lang="en-US" sz="1800" dirty="0" smtClean="0">
                <a:solidFill>
                  <a:srgbClr val="26EFE9"/>
                </a:solidFill>
              </a:rPr>
              <a:t> </a:t>
            </a:r>
            <a:r>
              <a:rPr lang="en-US" sz="1800" dirty="0" err="1" smtClean="0">
                <a:solidFill>
                  <a:srgbClr val="26EFE9"/>
                </a:solidFill>
              </a:rPr>
              <a:t>pawar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Team members Names : </a:t>
            </a:r>
            <a:r>
              <a:rPr lang="en-US" sz="1800" dirty="0" err="1" smtClean="0">
                <a:solidFill>
                  <a:srgbClr val="26EFE9"/>
                </a:solidFill>
              </a:rPr>
              <a:t>Shruti</a:t>
            </a:r>
            <a:r>
              <a:rPr lang="en-US" sz="1800" dirty="0" smtClean="0">
                <a:solidFill>
                  <a:srgbClr val="26EFE9"/>
                </a:solidFill>
              </a:rPr>
              <a:t> </a:t>
            </a:r>
            <a:r>
              <a:rPr lang="en-US" sz="1800" dirty="0" err="1" smtClean="0">
                <a:solidFill>
                  <a:srgbClr val="26EFE9"/>
                </a:solidFill>
              </a:rPr>
              <a:t>Supekar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 smtClean="0">
                <a:solidFill>
                  <a:srgbClr val="26EFE9"/>
                </a:solidFill>
              </a:rPr>
              <a:t>		            </a:t>
            </a:r>
            <a:r>
              <a:rPr lang="en-US" sz="1800" dirty="0" err="1" smtClean="0">
                <a:solidFill>
                  <a:srgbClr val="26EFE9"/>
                </a:solidFill>
              </a:rPr>
              <a:t>Ruchita</a:t>
            </a:r>
            <a:r>
              <a:rPr lang="en-US" sz="1800" dirty="0" smtClean="0">
                <a:solidFill>
                  <a:srgbClr val="26EFE9"/>
                </a:solidFill>
              </a:rPr>
              <a:t> </a:t>
            </a:r>
            <a:r>
              <a:rPr lang="en-US" sz="1800" dirty="0" err="1" smtClean="0">
                <a:solidFill>
                  <a:srgbClr val="26EFE9"/>
                </a:solidFill>
              </a:rPr>
              <a:t>Sambhe</a:t>
            </a:r>
            <a:endParaRPr lang="en-US" sz="1800" dirty="0" smtClean="0">
              <a:solidFill>
                <a:srgbClr val="26EFE9"/>
              </a:solidFill>
            </a:endParaRPr>
          </a:p>
          <a:p>
            <a:r>
              <a:rPr lang="en-US" sz="1800" dirty="0" smtClean="0">
                <a:solidFill>
                  <a:srgbClr val="26EFE9"/>
                </a:solidFill>
              </a:rPr>
              <a:t>		            Manaswi Chaudhari</a:t>
            </a:r>
            <a:endParaRPr lang="en-US" sz="1800" dirty="0">
              <a:solidFill>
                <a:srgbClr val="26EFE9"/>
              </a:solidFill>
            </a:endParaRPr>
          </a:p>
          <a:p>
            <a:r>
              <a:rPr lang="en-US" sz="1800" dirty="0">
                <a:solidFill>
                  <a:srgbClr val="26EFE9"/>
                </a:solidFill>
              </a:rPr>
              <a:t>College Name </a:t>
            </a:r>
            <a:r>
              <a:rPr lang="en-US" sz="1800" dirty="0" smtClean="0">
                <a:solidFill>
                  <a:srgbClr val="26EFE9"/>
                </a:solidFill>
              </a:rPr>
              <a:t>: Prof.  Ram </a:t>
            </a:r>
            <a:r>
              <a:rPr lang="en-US" sz="1800" dirty="0" err="1" smtClean="0">
                <a:solidFill>
                  <a:srgbClr val="26EFE9"/>
                </a:solidFill>
              </a:rPr>
              <a:t>Meghe</a:t>
            </a:r>
            <a:r>
              <a:rPr lang="en-US" sz="1800" dirty="0" smtClean="0">
                <a:solidFill>
                  <a:srgbClr val="26EFE9"/>
                </a:solidFill>
              </a:rPr>
              <a:t> Institute of technology and </a:t>
            </a:r>
            <a:r>
              <a:rPr lang="en-US" sz="1800" dirty="0" err="1">
                <a:solidFill>
                  <a:srgbClr val="26EFE9"/>
                </a:solidFill>
              </a:rPr>
              <a:t>r</a:t>
            </a:r>
            <a:r>
              <a:rPr lang="en-US" sz="1800" dirty="0" err="1" smtClean="0">
                <a:solidFill>
                  <a:srgbClr val="26EFE9"/>
                </a:solidFill>
              </a:rPr>
              <a:t>esearch,Badnera</a:t>
            </a:r>
            <a:r>
              <a:rPr lang="en-US" sz="1800" dirty="0" smtClean="0">
                <a:solidFill>
                  <a:srgbClr val="26EFE9"/>
                </a:solidFill>
              </a:rPr>
              <a:t>, Amravati</a:t>
            </a:r>
            <a:endParaRPr lang="en-US" sz="1800" dirty="0">
              <a:solidFill>
                <a:srgbClr val="26EFE9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3089568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MVP </a:t>
            </a:r>
            <a:r>
              <a:rPr lang="en-IN" sz="4400" dirty="0" smtClean="0">
                <a:solidFill>
                  <a:schemeClr val="bg1"/>
                </a:solidFill>
              </a:rPr>
              <a:t>Presentation Tech Pioneers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 err="1">
                <a:solidFill>
                  <a:srgbClr val="26EFE9"/>
                </a:solidFill>
              </a:rPr>
              <a:t>TrustLend</a:t>
            </a:r>
            <a:endParaRPr lang="en-US" sz="2400" dirty="0">
              <a:solidFill>
                <a:srgbClr val="26EFE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286290" cy="4182657"/>
          </a:xfrm>
        </p:spPr>
        <p:txBody>
          <a:bodyPr/>
          <a:lstStyle/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70</a:t>
            </a:r>
            <a:r>
              <a:rPr lang="en-US" sz="1400" dirty="0">
                <a:solidFill>
                  <a:srgbClr val="000048"/>
                </a:solidFill>
              </a:rPr>
              <a:t>% of loan applicants in India face opaque, slow decisions with no explanation for </a:t>
            </a:r>
            <a:r>
              <a:rPr lang="en-US" sz="1400" dirty="0" smtClean="0">
                <a:solidFill>
                  <a:srgbClr val="000048"/>
                </a:solidFill>
              </a:rPr>
              <a:t>rejection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Traditional </a:t>
            </a:r>
            <a:r>
              <a:rPr lang="en-US" sz="1400" dirty="0">
                <a:solidFill>
                  <a:srgbClr val="000048"/>
                </a:solidFill>
              </a:rPr>
              <a:t>credit scoring relies solely on CIBIL, ignoring 400M+ new-to-credit </a:t>
            </a:r>
            <a:r>
              <a:rPr lang="en-US" sz="1400" dirty="0" smtClean="0">
                <a:solidFill>
                  <a:srgbClr val="000048"/>
                </a:solidFill>
              </a:rPr>
              <a:t>borrowers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Manual </a:t>
            </a:r>
            <a:r>
              <a:rPr lang="en-US" sz="1400" dirty="0">
                <a:solidFill>
                  <a:srgbClr val="000048"/>
                </a:solidFill>
              </a:rPr>
              <a:t>underwriting takes 3-7 days, causing drop-offs and lost </a:t>
            </a:r>
            <a:r>
              <a:rPr lang="en-US" sz="1400" dirty="0" smtClean="0">
                <a:solidFill>
                  <a:srgbClr val="000048"/>
                </a:solidFill>
              </a:rPr>
              <a:t>business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No </a:t>
            </a:r>
            <a:r>
              <a:rPr lang="en-US" sz="1400" dirty="0">
                <a:solidFill>
                  <a:srgbClr val="000048"/>
                </a:solidFill>
              </a:rPr>
              <a:t>transparency — borrowers never know WHY they were </a:t>
            </a:r>
            <a:r>
              <a:rPr lang="en-US" sz="1400" dirty="0" smtClean="0">
                <a:solidFill>
                  <a:srgbClr val="000048"/>
                </a:solidFill>
              </a:rPr>
              <a:t>rejected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Fraud </a:t>
            </a:r>
            <a:r>
              <a:rPr lang="en-US" sz="1400" dirty="0">
                <a:solidFill>
                  <a:srgbClr val="000048"/>
                </a:solidFill>
              </a:rPr>
              <a:t>detection is reactive, not real-time — ₹100Cr+ lost annually to synthetic IDs</a:t>
            </a: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235830" y="1439373"/>
            <a:ext cx="5362611" cy="41826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defRPr/>
            </a:pPr>
            <a:r>
              <a:rPr lang="en-US" sz="1400" dirty="0" err="1"/>
              <a:t>TrustLend</a:t>
            </a:r>
            <a:r>
              <a:rPr lang="en-US" sz="1400" dirty="0"/>
              <a:t> is an AI-powered lending platform that provides instant, explainable loan decisions using multi-signal Trust Score fusion</a:t>
            </a:r>
            <a:r>
              <a:rPr lang="en-US" sz="1400" dirty="0" smtClean="0"/>
              <a:t>.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/>
              <a:t>Weighted </a:t>
            </a:r>
            <a:r>
              <a:rPr lang="en-US" sz="1400" dirty="0"/>
              <a:t>LLM Fusion: Combines credit (35%), documents (25%), fraud detection (25%), and income adequacy (15%) into one explainable </a:t>
            </a:r>
            <a:r>
              <a:rPr lang="en-US" sz="1400" dirty="0" smtClean="0"/>
              <a:t>score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/>
              <a:t>Real-time </a:t>
            </a:r>
            <a:r>
              <a:rPr lang="en-US" sz="1400" dirty="0"/>
              <a:t>AI reasoning: Amazon Bedrock (Claude) explains every decision in plain </a:t>
            </a:r>
            <a:r>
              <a:rPr lang="en-US" sz="1400" dirty="0" smtClean="0"/>
              <a:t>language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/>
              <a:t>Voice-first </a:t>
            </a:r>
            <a:r>
              <a:rPr lang="en-US" sz="1400" dirty="0"/>
              <a:t>input: Supports English and Hinglish for Tier-2/3 city </a:t>
            </a:r>
            <a:r>
              <a:rPr lang="en-US" sz="1400" dirty="0" smtClean="0"/>
              <a:t>accessibility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/>
              <a:t>Dual </a:t>
            </a:r>
            <a:r>
              <a:rPr lang="en-US" sz="1400" dirty="0"/>
              <a:t>interface: Borrowers see friendly results; Lenders see full risk analytics + audit </a:t>
            </a:r>
            <a:r>
              <a:rPr lang="en-US" sz="1400" dirty="0" smtClean="0"/>
              <a:t>trail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400" dirty="0" smtClean="0"/>
              <a:t>Instant </a:t>
            </a:r>
            <a:r>
              <a:rPr lang="en-US" sz="1400" dirty="0"/>
              <a:t>KYC: Document extraction and cross-validation in seconds. </a:t>
            </a:r>
            <a:r>
              <a:rPr lang="en-US" sz="1400" dirty="0" smtClean="0">
                <a:solidFill>
                  <a:srgbClr val="000048"/>
                </a:solidFill>
              </a:rPr>
              <a:t>.</a:t>
            </a:r>
            <a:endParaRPr lang="en-US" sz="1400" dirty="0">
              <a:solidFill>
                <a:srgbClr val="0000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 err="1">
                <a:solidFill>
                  <a:srgbClr val="26EFE9"/>
                </a:solidFill>
              </a:rPr>
              <a:t>TrustLend</a:t>
            </a:r>
            <a:endParaRPr lang="en-US" sz="2400" dirty="0">
              <a:solidFill>
                <a:srgbClr val="26EFE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474532" y="141760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18878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6815" y="1417600"/>
            <a:ext cx="5546016" cy="4550062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chemeClr val="tx2"/>
                </a:solidFill>
              </a:rPr>
              <a:t>Weighted </a:t>
            </a:r>
            <a:r>
              <a:rPr lang="en-US" sz="1400" dirty="0">
                <a:solidFill>
                  <a:schemeClr val="tx2"/>
                </a:solidFill>
              </a:rPr>
              <a:t>LLM Fusion Trust Score — novel approach combining 4 signals with AI adjustment (no existing product does this</a:t>
            </a:r>
            <a:r>
              <a:rPr lang="en-US" sz="1400" dirty="0" smtClean="0">
                <a:solidFill>
                  <a:schemeClr val="tx2"/>
                </a:solidFill>
              </a:rPr>
              <a:t>)</a:t>
            </a:r>
          </a:p>
          <a:p>
            <a:pPr>
              <a:spcBef>
                <a:spcPts val="0"/>
              </a:spcBef>
              <a:defRPr/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chemeClr val="tx2"/>
                </a:solidFill>
              </a:rPr>
              <a:t>Full </a:t>
            </a:r>
            <a:r>
              <a:rPr lang="en-US" sz="1400" dirty="0" err="1">
                <a:solidFill>
                  <a:schemeClr val="tx2"/>
                </a:solidFill>
              </a:rPr>
              <a:t>Explainability</a:t>
            </a:r>
            <a:r>
              <a:rPr lang="en-US" sz="1400" dirty="0">
                <a:solidFill>
                  <a:schemeClr val="tx2"/>
                </a:solidFill>
              </a:rPr>
              <a:t> — every decision shows exact breakdown of WHY (not a black box)* Hinglish Voice Input — inclusive design for non-English-speaking borrowers (unique in </a:t>
            </a:r>
            <a:r>
              <a:rPr lang="en-US" sz="1400" dirty="0" err="1">
                <a:solidFill>
                  <a:schemeClr val="tx2"/>
                </a:solidFill>
              </a:rPr>
              <a:t>fintech</a:t>
            </a:r>
            <a:r>
              <a:rPr lang="en-US" sz="1400" dirty="0" smtClean="0">
                <a:solidFill>
                  <a:schemeClr val="tx2"/>
                </a:solidFill>
              </a:rPr>
              <a:t>)</a:t>
            </a:r>
          </a:p>
          <a:p>
            <a:pPr>
              <a:spcBef>
                <a:spcPts val="0"/>
              </a:spcBef>
              <a:defRPr/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chemeClr val="tx2"/>
                </a:solidFill>
              </a:rPr>
              <a:t> Real-time Fraud Detection — synthetic ID detection + velocity checks before approval</a:t>
            </a:r>
          </a:p>
          <a:p>
            <a:pPr>
              <a:spcBef>
                <a:spcPts val="0"/>
              </a:spcBef>
              <a:defRPr/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chemeClr val="tx2"/>
                </a:solidFill>
              </a:rPr>
              <a:t> </a:t>
            </a:r>
            <a:r>
              <a:rPr lang="en-US" sz="1400" dirty="0">
                <a:solidFill>
                  <a:schemeClr val="tx2"/>
                </a:solidFill>
              </a:rPr>
              <a:t>Compared to existing solutions (CRED, </a:t>
            </a:r>
            <a:r>
              <a:rPr lang="en-US" sz="1400" dirty="0" err="1">
                <a:solidFill>
                  <a:schemeClr val="tx2"/>
                </a:solidFill>
              </a:rPr>
              <a:t>LendingKart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CASHe</a:t>
            </a:r>
            <a:r>
              <a:rPr lang="en-US" sz="1400" dirty="0">
                <a:solidFill>
                  <a:schemeClr val="tx2"/>
                </a:solidFill>
              </a:rPr>
              <a:t>): they use only CIBIL score; we fuse multiple signals with AI reasoning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68489" y="1549667"/>
            <a:ext cx="5029200" cy="39174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smtClean="0">
                <a:solidFill>
                  <a:schemeClr val="tx2"/>
                </a:solidFill>
              </a:rPr>
              <a:t>Reduces </a:t>
            </a:r>
            <a:r>
              <a:rPr lang="en-US" sz="1400" dirty="0">
                <a:solidFill>
                  <a:schemeClr val="tx2"/>
                </a:solidFill>
              </a:rPr>
              <a:t>loan processing time from 3-7 days to under 30 </a:t>
            </a:r>
            <a:r>
              <a:rPr lang="en-US" sz="1400" dirty="0" smtClean="0">
                <a:solidFill>
                  <a:schemeClr val="tx2"/>
                </a:solidFill>
              </a:rPr>
              <a:t>seconds</a:t>
            </a:r>
          </a:p>
          <a:p>
            <a:pPr>
              <a:spcBef>
                <a:spcPts val="0"/>
              </a:spcBef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Addresses </a:t>
            </a:r>
            <a:r>
              <a:rPr lang="en-US" sz="1400" dirty="0">
                <a:solidFill>
                  <a:schemeClr val="tx2"/>
                </a:solidFill>
              </a:rPr>
              <a:t>400M+ underserved new-to-credit population in </a:t>
            </a:r>
            <a:r>
              <a:rPr lang="en-US" sz="1400" dirty="0" smtClean="0">
                <a:solidFill>
                  <a:schemeClr val="tx2"/>
                </a:solidFill>
              </a:rPr>
              <a:t>India</a:t>
            </a:r>
          </a:p>
          <a:p>
            <a:pPr>
              <a:spcBef>
                <a:spcPts val="0"/>
              </a:spcBef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Reduces </a:t>
            </a:r>
            <a:r>
              <a:rPr lang="en-US" sz="1400" dirty="0">
                <a:solidFill>
                  <a:schemeClr val="tx2"/>
                </a:solidFill>
              </a:rPr>
              <a:t>fraud losses by 60% through real-time synthetic ID </a:t>
            </a:r>
            <a:r>
              <a:rPr lang="en-US" sz="1400" dirty="0" smtClean="0">
                <a:solidFill>
                  <a:schemeClr val="tx2"/>
                </a:solidFill>
              </a:rPr>
              <a:t>detection</a:t>
            </a:r>
          </a:p>
          <a:p>
            <a:pPr>
              <a:spcBef>
                <a:spcPts val="0"/>
              </a:spcBef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ROI</a:t>
            </a:r>
            <a:r>
              <a:rPr lang="en-US" sz="1400" dirty="0">
                <a:solidFill>
                  <a:schemeClr val="tx2"/>
                </a:solidFill>
              </a:rPr>
              <a:t>: ₹15-20 saved per application in manual processing </a:t>
            </a:r>
            <a:r>
              <a:rPr lang="en-US" sz="1400" dirty="0" smtClean="0">
                <a:solidFill>
                  <a:schemeClr val="tx2"/>
                </a:solidFill>
              </a:rPr>
              <a:t>costs</a:t>
            </a:r>
          </a:p>
          <a:p>
            <a:pPr>
              <a:spcBef>
                <a:spcPts val="0"/>
              </a:spcBef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Potential </a:t>
            </a:r>
            <a:r>
              <a:rPr lang="en-US" sz="1400" dirty="0">
                <a:solidFill>
                  <a:schemeClr val="tx2"/>
                </a:solidFill>
              </a:rPr>
              <a:t>market: India's digital lending market projected at $515B by </a:t>
            </a:r>
            <a:r>
              <a:rPr lang="en-US" sz="1400" dirty="0" smtClean="0">
                <a:solidFill>
                  <a:schemeClr val="tx2"/>
                </a:solidFill>
              </a:rPr>
              <a:t>2030</a:t>
            </a:r>
          </a:p>
          <a:p>
            <a:pPr>
              <a:spcBef>
                <a:spcPts val="0"/>
              </a:spcBef>
            </a:pPr>
            <a:endParaRPr lang="en-US" sz="1400" dirty="0" smtClean="0">
              <a:solidFill>
                <a:schemeClr val="tx2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Increases </a:t>
            </a:r>
            <a:r>
              <a:rPr lang="en-US" sz="1400" dirty="0">
                <a:solidFill>
                  <a:schemeClr val="tx2"/>
                </a:solidFill>
              </a:rPr>
              <a:t>approval rates by 25% for deserving borrowers missed by CIBIL-only systems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 err="1">
                <a:solidFill>
                  <a:srgbClr val="26EFE9"/>
                </a:solidFill>
              </a:rPr>
              <a:t>TrustLend</a:t>
            </a:r>
            <a:endParaRPr lang="en-US" sz="2400" dirty="0">
              <a:solidFill>
                <a:srgbClr val="26EFE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39F33-AEB3-9831-E36A-CF4583BA7FC1}"/>
              </a:ext>
            </a:extLst>
          </p:cNvPr>
          <p:cNvSpPr txBox="1"/>
          <p:nvPr/>
        </p:nvSpPr>
        <p:spPr>
          <a:xfrm>
            <a:off x="3910009" y="6528876"/>
            <a:ext cx="4206240" cy="1538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** Use additional slides to include other relevant details, as required.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516815" y="1350496"/>
            <a:ext cx="11200264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A4A1186-2DC0-71F3-F90D-A7CEECC535A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6813" y="1350495"/>
            <a:ext cx="11200266" cy="44825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Amazon Bedrock (Claude 3): Trust Score AI, explainable reasoning, EMI generation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Amazon </a:t>
            </a:r>
            <a:r>
              <a:rPr lang="en-US" sz="1400" dirty="0" err="1"/>
              <a:t>Textract</a:t>
            </a:r>
            <a:r>
              <a:rPr lang="en-US" sz="1400" dirty="0"/>
              <a:t>: OCR for </a:t>
            </a:r>
            <a:r>
              <a:rPr lang="en-US" sz="1400" dirty="0" err="1"/>
              <a:t>Aadhaar</a:t>
            </a:r>
            <a:r>
              <a:rPr lang="en-US" sz="1400" dirty="0"/>
              <a:t>, PAN &amp; bank statements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Amazon </a:t>
            </a:r>
            <a:r>
              <a:rPr lang="en-US" sz="1400" dirty="0" err="1"/>
              <a:t>DynamoDB</a:t>
            </a:r>
            <a:r>
              <a:rPr lang="en-US" sz="1400" dirty="0"/>
              <a:t> + S3: Secure storage, audit logs &amp; document management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Strands Agents Framework: Multi-agent fraud detection &amp; verification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Web Speech API: Real-time voice support with Hinglish input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Intelligent Workflow</a:t>
            </a:r>
          </a:p>
          <a:p>
            <a:r>
              <a:rPr lang="en-US" sz="1400" dirty="0"/>
              <a:t>Input → OCR/STT → Verification &amp; Fraud Check → Knowledge Retrieval → Trust Score Engine → Decision → EMI Planner / Human </a:t>
            </a:r>
            <a:r>
              <a:rPr lang="en-US" sz="1400" dirty="0" smtClean="0"/>
              <a:t>Review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Key Innovations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Explainable AI-powered underwriting engine, not just a </a:t>
            </a:r>
            <a:r>
              <a:rPr lang="en-US" sz="1400" dirty="0" err="1"/>
              <a:t>chatbot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Multi-signal trust scoring (documents + fraud + income + credit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Dual dashboards for borrowers and lenders with transparent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RBI &amp; DPDP compliant audit trail with graceful offline/mock-mode support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Cognizant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 err="1">
                <a:solidFill>
                  <a:srgbClr val="26EFE9"/>
                </a:solidFill>
              </a:rPr>
              <a:t>TrustLend</a:t>
            </a:r>
            <a:endParaRPr lang="en-US" sz="2400" dirty="0">
              <a:solidFill>
                <a:srgbClr val="26EFE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369821"/>
            <a:ext cx="5486400" cy="44632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262890" indent="-171450">
              <a:buFont typeface="Wingdings" panose="05000000000000000000" pitchFamily="2" charset="2"/>
              <a:buChar char="v"/>
            </a:pPr>
            <a:r>
              <a:rPr lang="en-US" sz="1400" dirty="0"/>
              <a:t>Phase 1 (Current): MVP with mock + Bedrock AI, voice input, explainable decisions</a:t>
            </a:r>
          </a:p>
          <a:p>
            <a:pPr marL="262890" indent="-1714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62890" indent="-171450">
              <a:buFont typeface="Wingdings" panose="05000000000000000000" pitchFamily="2" charset="2"/>
              <a:buChar char="v"/>
            </a:pPr>
            <a:r>
              <a:rPr lang="en-US" sz="1400" dirty="0"/>
              <a:t>Phase 2 (1 month): Real credit bureau API integration (Experian/CRIF), Amazon Transcribe for server-side STT</a:t>
            </a:r>
          </a:p>
          <a:p>
            <a:pPr marL="262890" indent="-1714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62890" indent="-171450">
              <a:buFont typeface="Wingdings" panose="05000000000000000000" pitchFamily="2" charset="2"/>
              <a:buChar char="v"/>
            </a:pPr>
            <a:r>
              <a:rPr lang="en-US" sz="1400" dirty="0"/>
              <a:t>Phase 3 (3 months): Biometric verification (face match with </a:t>
            </a:r>
            <a:r>
              <a:rPr lang="en-US" sz="1400" dirty="0" err="1"/>
              <a:t>Aadhaar</a:t>
            </a:r>
            <a:r>
              <a:rPr lang="en-US" sz="1400" dirty="0"/>
              <a:t> photo), graph-based fraud detection</a:t>
            </a:r>
          </a:p>
          <a:p>
            <a:pPr marL="262890" indent="-1714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62890" indent="-171450">
              <a:buFont typeface="Wingdings" panose="05000000000000000000" pitchFamily="2" charset="2"/>
              <a:buChar char="v"/>
            </a:pPr>
            <a:r>
              <a:rPr lang="en-US" sz="1400" dirty="0"/>
              <a:t>Phase 4 (6 months): Multi-language support (10 Indian languages), WhatsApp bot interface</a:t>
            </a:r>
          </a:p>
          <a:p>
            <a:pPr marL="262890" indent="-1714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62890" indent="-171450">
              <a:buFont typeface="Wingdings" panose="05000000000000000000" pitchFamily="2" charset="2"/>
              <a:buChar char="v"/>
            </a:pPr>
            <a:r>
              <a:rPr lang="en-US" sz="1400" dirty="0"/>
              <a:t>Phase 5 (12 months): Open Banking integration, real-time bank statement analysis, predictive default modeling</a:t>
            </a:r>
            <a:endParaRPr lang="en-US" sz="1400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36AB9FD5-0256-0FA8-A120-BB54470525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3247" y="1439373"/>
            <a:ext cx="5192430" cy="4306909"/>
          </a:xfrm>
        </p:spPr>
        <p:txBody>
          <a:bodyPr/>
          <a:lstStyle/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Fully </a:t>
            </a:r>
            <a:r>
              <a:rPr lang="en-US" sz="1400" dirty="0" err="1">
                <a:solidFill>
                  <a:srgbClr val="000048"/>
                </a:solidFill>
              </a:rPr>
              <a:t>serverless</a:t>
            </a:r>
            <a:r>
              <a:rPr lang="en-US" sz="1400" dirty="0">
                <a:solidFill>
                  <a:srgbClr val="000048"/>
                </a:solidFill>
              </a:rPr>
              <a:t> architecture — scales from 1 to 1M applications with zero </a:t>
            </a:r>
            <a:r>
              <a:rPr lang="en-US" sz="1400" dirty="0" err="1">
                <a:solidFill>
                  <a:srgbClr val="000048"/>
                </a:solidFill>
              </a:rPr>
              <a:t>config</a:t>
            </a:r>
            <a:r>
              <a:rPr lang="en-US" sz="1400" dirty="0">
                <a:solidFill>
                  <a:srgbClr val="000048"/>
                </a:solidFill>
              </a:rPr>
              <a:t> </a:t>
            </a:r>
            <a:r>
              <a:rPr lang="en-US" sz="1400" dirty="0" smtClean="0">
                <a:solidFill>
                  <a:srgbClr val="000048"/>
                </a:solidFill>
              </a:rPr>
              <a:t>changes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Modular </a:t>
            </a:r>
            <a:r>
              <a:rPr lang="en-US" sz="1400" dirty="0">
                <a:solidFill>
                  <a:srgbClr val="000048"/>
                </a:solidFill>
              </a:rPr>
              <a:t>pipeline — each service (credit, fraud, docs) is independently </a:t>
            </a:r>
            <a:r>
              <a:rPr lang="en-US" sz="1400" dirty="0" smtClean="0">
                <a:solidFill>
                  <a:srgbClr val="000048"/>
                </a:solidFill>
              </a:rPr>
              <a:t>replaceable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Can </a:t>
            </a:r>
            <a:r>
              <a:rPr lang="en-US" sz="1400" dirty="0">
                <a:solidFill>
                  <a:srgbClr val="000048"/>
                </a:solidFill>
              </a:rPr>
              <a:t>be deployed for any lender: banks, NBFCs, </a:t>
            </a:r>
            <a:r>
              <a:rPr lang="en-US" sz="1400" dirty="0" err="1">
                <a:solidFill>
                  <a:srgbClr val="000048"/>
                </a:solidFill>
              </a:rPr>
              <a:t>fintech</a:t>
            </a:r>
            <a:r>
              <a:rPr lang="en-US" sz="1400" dirty="0">
                <a:solidFill>
                  <a:srgbClr val="000048"/>
                </a:solidFill>
              </a:rPr>
              <a:t> </a:t>
            </a:r>
            <a:r>
              <a:rPr lang="en-US" sz="1400" dirty="0" smtClean="0">
                <a:solidFill>
                  <a:srgbClr val="000048"/>
                </a:solidFill>
              </a:rPr>
              <a:t>companies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Multi-language </a:t>
            </a:r>
            <a:r>
              <a:rPr lang="en-US" sz="1400" dirty="0">
                <a:solidFill>
                  <a:srgbClr val="000048"/>
                </a:solidFill>
              </a:rPr>
              <a:t>ready — architecture supports adding Tamil, Telugu, Kannada voice </a:t>
            </a:r>
            <a:r>
              <a:rPr lang="en-US" sz="1400" dirty="0" smtClean="0">
                <a:solidFill>
                  <a:srgbClr val="000048"/>
                </a:solidFill>
              </a:rPr>
              <a:t>input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API-first </a:t>
            </a:r>
            <a:r>
              <a:rPr lang="en-US" sz="1400" dirty="0">
                <a:solidFill>
                  <a:srgbClr val="000048"/>
                </a:solidFill>
              </a:rPr>
              <a:t>design — any frontend (mobile app, WhatsApp bot, branch kiosk) can </a:t>
            </a:r>
            <a:r>
              <a:rPr lang="en-US" sz="1400" dirty="0" smtClean="0">
                <a:solidFill>
                  <a:srgbClr val="000048"/>
                </a:solidFill>
              </a:rPr>
              <a:t>integrate</a:t>
            </a:r>
          </a:p>
          <a:p>
            <a:pPr marL="91440" lvl="0">
              <a:spcBef>
                <a:spcPts val="0"/>
              </a:spcBef>
              <a:defRPr/>
            </a:pPr>
            <a:endParaRPr lang="en-US" sz="1400" dirty="0" smtClean="0">
              <a:solidFill>
                <a:srgbClr val="000048"/>
              </a:solidFill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 smtClean="0">
                <a:solidFill>
                  <a:srgbClr val="000048"/>
                </a:solidFill>
              </a:rPr>
              <a:t>White-label </a:t>
            </a:r>
            <a:r>
              <a:rPr lang="en-US" sz="1400" dirty="0">
                <a:solidFill>
                  <a:srgbClr val="000048"/>
                </a:solidFill>
              </a:rPr>
              <a:t>ready — rebrand and deploy for different financial institutions</a:t>
            </a: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0" y="1530417"/>
            <a:ext cx="5256733" cy="41388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2A26-20BE-A868-1EF4-0D5B5AD7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582B-619F-8A2F-6721-73ADF246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9390" y="933650"/>
            <a:ext cx="10857296" cy="5621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Hour 0-1: Ideation &amp; Architecture </a:t>
            </a:r>
            <a:r>
              <a:rPr lang="en-US" sz="1600" dirty="0" smtClean="0">
                <a:solidFill>
                  <a:schemeClr val="tx2"/>
                </a:solidFill>
              </a:rPr>
              <a:t>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Identified </a:t>
            </a:r>
            <a:r>
              <a:rPr lang="en-US" sz="1600" dirty="0">
                <a:solidFill>
                  <a:schemeClr val="tx2"/>
                </a:solidFill>
              </a:rPr>
              <a:t>the gap in explainable AI </a:t>
            </a:r>
            <a:r>
              <a:rPr lang="en-US" sz="1600" dirty="0" smtClean="0">
                <a:solidFill>
                  <a:schemeClr val="tx2"/>
                </a:solidFill>
              </a:rPr>
              <a:t>lending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Designed </a:t>
            </a:r>
            <a:r>
              <a:rPr lang="en-US" sz="1600" dirty="0">
                <a:solidFill>
                  <a:schemeClr val="tx2"/>
                </a:solidFill>
              </a:rPr>
              <a:t>the multi-signal fusion approach on </a:t>
            </a:r>
            <a:r>
              <a:rPr lang="en-US" sz="1600" dirty="0" smtClean="0">
                <a:solidFill>
                  <a:schemeClr val="tx2"/>
                </a:solidFill>
              </a:rPr>
              <a:t>whiteboard</a:t>
            </a:r>
          </a:p>
          <a:p>
            <a:endParaRPr lang="en-US" sz="1600" dirty="0" smtClean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Hour </a:t>
            </a:r>
            <a:r>
              <a:rPr lang="en-US" sz="1600" dirty="0">
                <a:solidFill>
                  <a:schemeClr val="tx2"/>
                </a:solidFill>
              </a:rPr>
              <a:t>1-5: Core Engine </a:t>
            </a:r>
            <a:r>
              <a:rPr lang="en-US" sz="1600" dirty="0" smtClean="0">
                <a:solidFill>
                  <a:schemeClr val="tx2"/>
                </a:solidFill>
              </a:rPr>
              <a:t>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Built </a:t>
            </a:r>
            <a:r>
              <a:rPr lang="en-US" sz="1600" dirty="0">
                <a:solidFill>
                  <a:schemeClr val="tx2"/>
                </a:solidFill>
              </a:rPr>
              <a:t>Trust Score Engine with weighted fusion </a:t>
            </a:r>
            <a:r>
              <a:rPr lang="en-US" sz="1600" dirty="0" smtClean="0">
                <a:solidFill>
                  <a:schemeClr val="tx2"/>
                </a:solidFill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Implemented </a:t>
            </a:r>
            <a:r>
              <a:rPr lang="en-US" sz="1600" dirty="0">
                <a:solidFill>
                  <a:schemeClr val="tx2"/>
                </a:solidFill>
              </a:rPr>
              <a:t>fraud detection, credit scoring, document </a:t>
            </a:r>
            <a:r>
              <a:rPr lang="en-US" sz="1600" dirty="0" smtClean="0">
                <a:solidFill>
                  <a:schemeClr val="tx2"/>
                </a:solidFill>
              </a:rPr>
              <a:t>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Created </a:t>
            </a:r>
            <a:r>
              <a:rPr lang="en-US" sz="1600" dirty="0">
                <a:solidFill>
                  <a:schemeClr val="tx2"/>
                </a:solidFill>
              </a:rPr>
              <a:t>full API pipeline with </a:t>
            </a:r>
            <a:r>
              <a:rPr lang="en-US" sz="1600" dirty="0" err="1" smtClean="0">
                <a:solidFill>
                  <a:schemeClr val="tx2"/>
                </a:solidFill>
              </a:rPr>
              <a:t>FastAPI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 smtClean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Hour </a:t>
            </a:r>
            <a:r>
              <a:rPr lang="en-US" sz="1600" dirty="0">
                <a:solidFill>
                  <a:schemeClr val="tx2"/>
                </a:solidFill>
              </a:rPr>
              <a:t>5-8: Frontend &amp; </a:t>
            </a:r>
            <a:r>
              <a:rPr lang="en-US" sz="1600" dirty="0" smtClean="0">
                <a:solidFill>
                  <a:schemeClr val="tx2"/>
                </a:solidFill>
              </a:rPr>
              <a:t>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Built </a:t>
            </a:r>
            <a:r>
              <a:rPr lang="en-US" sz="1600" dirty="0">
                <a:solidFill>
                  <a:schemeClr val="tx2"/>
                </a:solidFill>
              </a:rPr>
              <a:t>React UI with dark theme, animations, and dual </a:t>
            </a:r>
            <a:r>
              <a:rPr lang="en-US" sz="1600" dirty="0" smtClean="0">
                <a:solidFill>
                  <a:schemeClr val="tx2"/>
                </a:solidFill>
              </a:rPr>
              <a:t>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Integrated </a:t>
            </a:r>
            <a:r>
              <a:rPr lang="en-US" sz="1600" dirty="0">
                <a:solidFill>
                  <a:schemeClr val="tx2"/>
                </a:solidFill>
              </a:rPr>
              <a:t>voice input with Hinglish </a:t>
            </a:r>
            <a:r>
              <a:rPr lang="en-US" sz="1600" dirty="0" smtClean="0">
                <a:solidFill>
                  <a:schemeClr val="tx2"/>
                </a:solidFill>
              </a:rPr>
              <a:t>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Connected </a:t>
            </a:r>
            <a:r>
              <a:rPr lang="en-US" sz="1600" dirty="0">
                <a:solidFill>
                  <a:schemeClr val="tx2"/>
                </a:solidFill>
              </a:rPr>
              <a:t>frontend to backend, fixed form submission </a:t>
            </a:r>
            <a:r>
              <a:rPr lang="en-US" sz="1600" dirty="0" smtClean="0">
                <a:solidFill>
                  <a:schemeClr val="tx2"/>
                </a:solidFill>
              </a:rPr>
              <a:t>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Hour </a:t>
            </a:r>
            <a:r>
              <a:rPr lang="en-US" sz="1600" dirty="0">
                <a:solidFill>
                  <a:schemeClr val="tx2"/>
                </a:solidFill>
              </a:rPr>
              <a:t>8-10: AWS </a:t>
            </a:r>
            <a:r>
              <a:rPr lang="en-US" sz="1600" dirty="0" smtClean="0">
                <a:solidFill>
                  <a:schemeClr val="tx2"/>
                </a:solidFill>
              </a:rPr>
              <a:t>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Connected </a:t>
            </a:r>
            <a:r>
              <a:rPr lang="en-US" sz="1600" dirty="0">
                <a:solidFill>
                  <a:schemeClr val="tx2"/>
                </a:solidFill>
              </a:rPr>
              <a:t>Amazon Bedrock for real AI </a:t>
            </a:r>
            <a:r>
              <a:rPr lang="en-US" sz="1600" dirty="0" smtClean="0">
                <a:solidFill>
                  <a:schemeClr val="tx2"/>
                </a:solidFill>
              </a:rPr>
              <a:t>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Set </a:t>
            </a:r>
            <a:r>
              <a:rPr lang="en-US" sz="1600" dirty="0">
                <a:solidFill>
                  <a:schemeClr val="tx2"/>
                </a:solidFill>
              </a:rPr>
              <a:t>up </a:t>
            </a:r>
            <a:r>
              <a:rPr lang="en-US" sz="1600" dirty="0" err="1">
                <a:solidFill>
                  <a:schemeClr val="tx2"/>
                </a:solidFill>
              </a:rPr>
              <a:t>DynamoDB</a:t>
            </a:r>
            <a:r>
              <a:rPr lang="en-US" sz="1600" dirty="0">
                <a:solidFill>
                  <a:schemeClr val="tx2"/>
                </a:solidFill>
              </a:rPr>
              <a:t> for persistent </a:t>
            </a:r>
            <a:r>
              <a:rPr lang="en-US" sz="1600" dirty="0" smtClean="0">
                <a:solidFill>
                  <a:schemeClr val="tx2"/>
                </a:solidFill>
              </a:rPr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Tested </a:t>
            </a:r>
            <a:r>
              <a:rPr lang="en-US" sz="1600" dirty="0">
                <a:solidFill>
                  <a:schemeClr val="tx2"/>
                </a:solidFill>
              </a:rPr>
              <a:t>end-to-end with real AWS </a:t>
            </a:r>
            <a:r>
              <a:rPr lang="en-US" sz="1600" dirty="0" smtClean="0">
                <a:solidFill>
                  <a:schemeClr val="tx2"/>
                </a:solidFill>
              </a:rPr>
              <a:t>services</a:t>
            </a:r>
          </a:p>
          <a:p>
            <a:endParaRPr lang="en-US" sz="1600" dirty="0" smtClean="0">
              <a:solidFill>
                <a:schemeClr val="tx2"/>
              </a:solidFill>
            </a:endParaRPr>
          </a:p>
          <a:p>
            <a:r>
              <a:rPr lang="en-US" sz="1600" dirty="0" smtClean="0">
                <a:solidFill>
                  <a:schemeClr val="tx2"/>
                </a:solidFill>
              </a:rPr>
              <a:t>Hour </a:t>
            </a:r>
            <a:r>
              <a:rPr lang="en-US" sz="1600" dirty="0">
                <a:solidFill>
                  <a:schemeClr val="tx2"/>
                </a:solidFill>
              </a:rPr>
              <a:t>10-12: Polish &amp; </a:t>
            </a:r>
            <a:r>
              <a:rPr lang="en-US" sz="1600" dirty="0" smtClean="0">
                <a:solidFill>
                  <a:schemeClr val="tx2"/>
                </a:solidFill>
              </a:rPr>
              <a:t>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Enhanced </a:t>
            </a:r>
            <a:r>
              <a:rPr lang="en-US" sz="1600" dirty="0">
                <a:solidFill>
                  <a:schemeClr val="tx2"/>
                </a:solidFill>
              </a:rPr>
              <a:t>UI with gradients, animations, professional </a:t>
            </a:r>
            <a:r>
              <a:rPr lang="en-US" sz="1600" dirty="0" smtClean="0">
                <a:solidFill>
                  <a:schemeClr val="tx2"/>
                </a:solidFill>
              </a:rPr>
              <a:t>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Prepared </a:t>
            </a:r>
            <a:r>
              <a:rPr lang="en-US" sz="1600" dirty="0">
                <a:solidFill>
                  <a:schemeClr val="tx2"/>
                </a:solidFill>
              </a:rPr>
              <a:t>demo scenarios (approved, rejected, borderline</a:t>
            </a:r>
            <a:r>
              <a:rPr lang="en-US" sz="1600" dirty="0" smtClean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2"/>
                </a:solidFill>
              </a:rPr>
              <a:t>Built </a:t>
            </a:r>
            <a:r>
              <a:rPr lang="en-US" sz="1600" dirty="0">
                <a:solidFill>
                  <a:schemeClr val="tx2"/>
                </a:solidFill>
              </a:rPr>
              <a:t>this presentation</a:t>
            </a:r>
            <a:endParaRPr lang="en-IN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40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2025 Cognizant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1895" y="1183907"/>
            <a:ext cx="8816741" cy="4379495"/>
          </a:xfrm>
        </p:spPr>
        <p:txBody>
          <a:bodyPr/>
          <a:lstStyle/>
          <a:p>
            <a:r>
              <a:rPr lang="en-US" b="1" dirty="0"/>
              <a:t>Website URL</a:t>
            </a:r>
            <a:r>
              <a:rPr lang="en-US" b="1" dirty="0" smtClean="0"/>
              <a:t>:</a:t>
            </a:r>
          </a:p>
          <a:p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://trustlend-hackathon-demo.s3-website-us-east-1.amazonaws.com</a:t>
            </a:r>
            <a:r>
              <a:rPr lang="en-US" dirty="0" smtClean="0">
                <a:hlinkClick r:id="rId2"/>
              </a:rPr>
              <a:t>/</a:t>
            </a:r>
            <a:endParaRPr lang="en-IN" dirty="0"/>
          </a:p>
          <a:p>
            <a:endParaRPr lang="en-US" dirty="0" smtClean="0"/>
          </a:p>
          <a:p>
            <a:r>
              <a:rPr lang="en-US" b="1" dirty="0" err="1" smtClean="0"/>
              <a:t>Github</a:t>
            </a:r>
            <a:r>
              <a:rPr lang="en-US" b="1" dirty="0" smtClean="0"/>
              <a:t> </a:t>
            </a:r>
            <a:r>
              <a:rPr lang="en-US" b="1" dirty="0" err="1" smtClean="0"/>
              <a:t>Repositery</a:t>
            </a:r>
            <a:r>
              <a:rPr lang="en-US" b="1" dirty="0" smtClean="0"/>
              <a:t>:</a:t>
            </a:r>
          </a:p>
          <a:p>
            <a:r>
              <a:rPr lang="en-IN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https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://github.com/RuchitaSambhe/TrustLend.git</a:t>
            </a:r>
          </a:p>
        </p:txBody>
      </p:sp>
    </p:spTree>
    <p:extLst>
      <p:ext uri="{BB962C8B-B14F-4D97-AF65-F5344CB8AC3E}">
        <p14:creationId xmlns:p14="http://schemas.microsoft.com/office/powerpoint/2010/main" val="159753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Props1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1035EC-6D18-44A4-BB42-C9DEBF2D5983}">
  <ds:schemaRefs>
    <ds:schemaRef ds:uri="0a84972d-ef8c-45a9-9686-55cfd8231be0"/>
    <ds:schemaRef ds:uri="http://purl.org/dc/dcmitype/"/>
    <ds:schemaRef ds:uri="http://schemas.microsoft.com/office/2006/documentManagement/types"/>
    <ds:schemaRef ds:uri="http://schemas.microsoft.com/office/infopath/2007/PartnerControls"/>
    <ds:schemaRef ds:uri="3c35e321-f73a-4dae-ae38-a0459de24735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1eec79b3-321e-4dfa-8d23-6bc73fc62350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7113</TotalTime>
  <Words>862</Words>
  <Application>Microsoft Office PowerPoint</Application>
  <PresentationFormat>Widescreen</PresentationFormat>
  <Paragraphs>133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Segoe UI</vt:lpstr>
      <vt:lpstr>Wingdings</vt:lpstr>
      <vt:lpstr>1_Office Theme</vt:lpstr>
      <vt:lpstr>2_Office Theme</vt:lpstr>
      <vt:lpstr>MVP Presentation Tech Pioneers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Manaswi Chaudhari</dc:creator>
  <cp:keywords/>
  <dc:description/>
  <cp:lastModifiedBy>Admin</cp:lastModifiedBy>
  <cp:revision>15</cp:revision>
  <dcterms:created xsi:type="dcterms:W3CDTF">2022-04-01T05:31:57Z</dcterms:created>
  <dcterms:modified xsi:type="dcterms:W3CDTF">2026-05-07T01:35:48Z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